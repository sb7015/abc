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8" y="-1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5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03120"/>
            <a:ext cx="73152" cy="18288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Concerns — Analysis &amp; Recommendations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 |  Options  |  Recommendations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Use Case  |  Prepared for Enterprise Architecture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— 3 EA Concerns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2194560" y="1508760"/>
            <a:ext cx="36576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23160" y="15087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Non-Lambda Alternatives for MCP Tools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23160" y="199339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is not comfortable with Lambda usage. What are the alternatives for exposing internally hosted MCP tools via AgentCore Gateway?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3" name="Shape 11"/>
          <p:cNvSpPr/>
          <p:nvPr/>
        </p:nvSpPr>
        <p:spPr>
          <a:xfrm>
            <a:off x="2194560" y="3200400"/>
            <a:ext cx="36576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423160" y="3200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VPC Egress — Private Endpoints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23160" y="368503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ensure AgentCore traffic stays within our private network and never traverses public internet?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48006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8" name="Shape 16"/>
          <p:cNvSpPr/>
          <p:nvPr/>
        </p:nvSpPr>
        <p:spPr>
          <a:xfrm>
            <a:off x="2194560" y="4892040"/>
            <a:ext cx="36576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23160" y="4892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Trade-off: AgentCore Memory vs Redis + DocumentDB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423160" y="537667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have Redis + DocumentDB working. Why switch to AgentCore Memory? What do we gain, what do we lose?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 01 — Non-Lambda Alternatives for MCP Tools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team does not want Lambda in the stack.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documentation heavily promotes Lambda for exposing tools. The question: 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expose our internal MCP tools (OpenSearch, Cohere, internal APIs) to agents without using Lambda?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Available Options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596641" cy="3172968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26080" y="3337560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926080" y="336499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 MCP on AgentCore Runtime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code runs inside the same Runtime as your agents. Gateway calls it over AWS backbone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800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infrastructure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21208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AWS-managed, auto-scales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3949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557784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touches internet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580644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600760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agents coupled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619048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deployment unit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3200400"/>
            <a:ext cx="3566160" cy="3172968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480560" y="33832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48056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6636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OpenAPI Target (existing APIs)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40233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existing REST APIs as OpenAPI specs, import into Gateway. Auto-wrapped as MCP tools.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0" y="4800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0560" y="502920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existing APIs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521208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rewrite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53949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 if APIs exist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56235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80560" y="58247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existing APIs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80560" y="600760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infra to maintain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85760" y="3200400"/>
            <a:ext cx="3657600" cy="3172968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229600" y="3383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22960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91540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Self-hosted MCP Server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0" y="40233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your own MCP server on ECS/EKS/EC2 behind an ALB. Register endpoint as MCP target.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0" y="4800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502920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of compute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229600" y="521208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Runtime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0" y="53949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stack choice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29600" y="56235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29600" y="58247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the infra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29600" y="600760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ops burden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0" y="619048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is on you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 01 — Recommendation &amp; Rationale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Recommendation: </a:t>
            </a: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A — Host MCP on AgentCore Runtime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691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Cleanest architecture — zero Lambda, zero extra infrastructure, fully AWS-managed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The Best Fit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77240" y="3200400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154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New Infrastructure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5661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live in the same AgentCore Runtime as your agents. No separate Lambda, ECS cluster, or EKS pods to provision and maintain.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97180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55080" y="3200400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5508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3154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by Default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35661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Gateway → Runtime traffic goes over AWS private backbone. Data never traverses public internet. Meets regulated insurance compliance.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77240" y="4892040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7240" y="4892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54480" y="4846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Auto-Scale + Pay-Per-Use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52578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handles scaling automatically. Pay only for active CPU consumption. No always-on infrastructure costs.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46634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355080" y="4892040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55080" y="4892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32320" y="4846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Works Natively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52578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Policy (RBAC + guardrails) enforces Cedar rules on every tool call at the Gateway boundary. Agent can't bypass.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 02 — VPC Egress Private Endpoints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AgentCore traffic to services like OpenSearch, Bedrock, Cohere, and internal APIs traverses the </a:t>
            </a: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internet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For a regulated insurance client, sensitive data (policy docs, employee info, claims) 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stay within the private network boundary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VPC Lattice Solves This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FF5F5"/>
          </a:solidFill>
          <a:ln w="19050">
            <a:solidFill>
              <a:srgbClr val="EF444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Without VPC Lattice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703320"/>
            <a:ext cx="11887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37033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Runtime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37033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560320" y="3703320"/>
            <a:ext cx="137160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560320" y="3703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37033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26280" y="3703320"/>
            <a:ext cx="137160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26280" y="3703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OpenSearch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exposed to public internet (even if encrypted)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32004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VPC Lattice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3703320"/>
            <a:ext cx="11887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0" y="37033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Runtime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960" y="37033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183880" y="3703320"/>
            <a:ext cx="1371600" cy="5029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183880" y="3703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VPC Lattice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46920" y="37033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0149840" y="3703320"/>
            <a:ext cx="137160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149840" y="3703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OpenSearch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AWS backbone — never touches internet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Modes Available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53492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77240" y="548640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77240" y="5486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11680" y="5440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Lattice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7240" y="5852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creates and manages VPC Lattice resources on your behalf. You provide VPC + subnets.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6217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setup, but less EA visibility and control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53492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400800" y="54864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00800" y="5486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183880" y="5440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Self-managed Lattice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00800" y="5852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 VPC Lattice resources yourself via Terraform/CloudFormation. Full control and visibility.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6217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governance — fits regulated compliance requirements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 02 — Recommendation &amp; Honest Limitations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Recommendation: </a:t>
            </a: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Self-managed VPC Lattice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691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team gets full governance — provision via their Terraform/CloudFormation, follows their change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Self-managed Fits Regulated Insurance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via client's own Terraform/CloudFormation — follows existing change management process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 — EA team sees exactly which services connect to which internal resources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— every access is logged, fits compliance requirements (HIPAA, SOC2)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Revocable — access can be revoked instantly if needed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AWS auto-creating resources in client account without their approval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Honest Limitations to Flag Upfront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16636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(actual agent queries, tool calls, responses): </a:t>
            </a: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Fully private via Lattice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(creating gateways, managing tools): </a:t>
            </a: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uses public AWS endpoints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token exchange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Okta/Entra): </a:t>
            </a: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internet for identity provider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standard AWS pattern — same as every AWS service the client already uses. Not unique to AgentCore.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 03 — AgentCore Memory vs Redis + DocumentDB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already has a memory setup: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(fast cache) + DocumentDB (persistent storage)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works. They built it, they run it. Now we're proposing AgentCore Memory. </a:t>
            </a: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build vs buy — what do we gain, what do we lose?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 Comparison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DocumentDB (Current)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 (Proposed)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read latency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3291840"/>
            <a:ext cx="40233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0" y="3291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ms (Redis in-memory)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0" y="3291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ms short-term / 200 ms long-term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75888"/>
            <a:ext cx="11064240" cy="384048"/>
          </a:xfrm>
          <a:prstGeom prst="rect">
            <a:avLst/>
          </a:prstGeom>
          <a:solidFill>
            <a:srgbClr val="F8F9FC"/>
          </a:solidFill>
          <a:ln w="635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36758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36758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provision, scale, patch, monitor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3675888"/>
            <a:ext cx="40233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680960" y="36758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AWS manages everything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59936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0080" y="405993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extraction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0" y="40599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the pipeline yourself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89520" y="4059936"/>
            <a:ext cx="40233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680960" y="40599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— 4 strategies out of the box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443984"/>
            <a:ext cx="11064240" cy="384048"/>
          </a:xfrm>
          <a:prstGeom prst="rect">
            <a:avLst/>
          </a:prstGeom>
          <a:solidFill>
            <a:srgbClr val="F8F9FC"/>
          </a:solidFill>
          <a:ln w="635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44439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intelligence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0" y="44439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yourself (embeddings + vector search)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89520" y="4443984"/>
            <a:ext cx="40233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680960" y="44439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semantic search across sessions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828032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482803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/ consolidation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0" y="48280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implement 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89520" y="4828032"/>
            <a:ext cx="40233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680960" y="48280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— auto-handles contradictions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5212080"/>
            <a:ext cx="11064240" cy="384048"/>
          </a:xfrm>
          <a:prstGeom prst="rect">
            <a:avLst/>
          </a:prstGeom>
          <a:solidFill>
            <a:srgbClr val="F8F9FC"/>
          </a:solidFill>
          <a:ln w="635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0080" y="52120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0" y="5212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~$200-400/mo minimum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589520" y="5212080"/>
            <a:ext cx="40233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680960" y="5212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(events + retrievals)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596128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0080" y="55961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0" y="55961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size and scale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89520" y="5596128"/>
            <a:ext cx="40233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680960" y="55961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highlight = winner in that dimension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 03 — Recommendation &amp; Reality Check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Reality Check: Does Redis Speed Actually Matter?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wins on raw latency: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ms vs 50 ms. That's a 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ms difference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read.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your total response time is </a:t>
            </a: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seconds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(bottleneck is the LLM — Generator takes 2-4 seconds).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ms / 4000 ms = </a:t>
            </a:r>
            <a:r>
              <a:rPr lang="en-US" sz="1200" b="1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of total latency</a:t>
            </a: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user cannot perceive this difference. It doesn't matter in practice.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22960" y="338328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✓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37360" y="3291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Recommendation: </a:t>
            </a: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AgentCore Memory — Drop Redis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749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other services depend on Redis for non-memory reasons, the business case to keep it is weak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Gain by Switching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5440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31520" y="5138928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1520" y="5138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Infrastructure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5330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MemoryDB cluster to patch, scale, or monitor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4983480"/>
            <a:ext cx="5440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309360" y="5138928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09360" y="5138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Extraction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5330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memory strategies out of the box — no custom pipelines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5440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31520" y="5916168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" y="5916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Cross-session Memory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6108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across sessions works automatically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5760720"/>
            <a:ext cx="5440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309360" y="5916168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09360" y="5916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Cost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6108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vs always-on instances (~$200-400/mo saved)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caching is still a concern: add a simple Python LRU cache inside the Runtime microVM — free, zero extra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— All 3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Non-Lambda MCP Tools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A — Host MCP on AgentCore Runtime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9536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infra, AWS-managed, private by default, Policy works natively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3154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3736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3736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VPC Egress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Self-managed VPC Lattice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33832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EA governance, fits existing change management, auditable, revocable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31520" y="49377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1520" y="4937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737360" y="4937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37360" y="5166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Strategy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4937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5166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Memory — drop Redis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95360" y="4937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95360" y="51663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ops burden, built-in extraction, cross-session intelligence, lower cost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recommendations align with: zero Lambda, private network, EA governance, reduced operational burden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73152" cy="16459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proceed with detailed architecture design and migration planning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1273</Words>
  <Application>Microsoft Office PowerPoint</Application>
  <PresentationFormat>Widescreen</PresentationFormat>
  <Paragraphs>198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AgentCore EA Concerns — Analysis &amp; Recommendations</dc:title>
  <dc:subject>PptxGenJS Presentation</dc:subject>
  <dc:creator>Sanjib Biswas</dc:creator>
  <cp:lastModifiedBy>Office</cp:lastModifiedBy>
  <cp:revision>2</cp:revision>
  <dcterms:created xsi:type="dcterms:W3CDTF">2026-04-22T19:26:08Z</dcterms:created>
  <dcterms:modified xsi:type="dcterms:W3CDTF">2026-04-22T19:37:38Z</dcterms:modified>
</cp:coreProperties>
</file>