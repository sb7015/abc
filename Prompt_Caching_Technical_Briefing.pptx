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377440"/>
            <a:ext cx="73152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2331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BRIEFING  ·  AWS BEDROCK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for the Multi-Department Chatbot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6012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mechanics, billing, and where the change lands in our codebase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5852160"/>
            <a:ext cx="41148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943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Architecture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5943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  ·  Claude Sonnet 4.5 on Bedrock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briefing covers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66160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5661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prompt caching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Bedrock feature that lets the model reuse a pre-computed representation of a fixed prompt prefix.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byte-identical to a non-cached call. Caching is a compute shortcut, not a behavior change.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566160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554480"/>
            <a:ext cx="35661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enable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74320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static content (system + department prompt) at the start of the message.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cachePoint marker via the Converse API after each static block.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1554480"/>
            <a:ext cx="3566160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554480"/>
            <a:ext cx="35661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cache lives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Bedrock model-serving fleet (GPU memory).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Redis, no MemoryDB, no database. Nothing for us to provision or operate.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6035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concept · Q2 storage · Q3 billing · Q4 TTL · Q5 keep-alive · Q6 multi-dept · Q7 routing · Q8 limits · Q9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· 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caching?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—  </a:t>
            </a:r>
            <a:pPr indent="0" marL="0">
              <a:buNone/>
            </a:pPr>
            <a:r>
              <a:rPr lang="en-US" sz="14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pre-computes the model's internal state for a designated prefix and reuses it on later calls that share the same prefix bytes. Only the new (uncached) tail is processed from scratch. The model output is unchanged.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124712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14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STATIC PREFIX (shared across every call to this department)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the Operations support assistant. Answer based on company policy. Cite the policy section. If outside Operations, redirect to the right team. Do not speculate. ..."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48640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#1  —  first user (cold)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question: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claim review SLA?"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prefix is processed for the first time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writes the prefix into GPU cache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output processed normally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486400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657600"/>
            <a:ext cx="54864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703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#2  —  any later user, same dept (warm)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2062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question: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are escalations routed?"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prefix bytes match → cache HIT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served from GPU, not recomputed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new question is processed fresh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(cont.)  ·  BILLING LINE ITEMS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two calls — what gets billed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#1  —  COLD (cache miss)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+ department prompt — first time being processed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write  ·  1.25× input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is the claim review SLA?"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input  ·  1.0× input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response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output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657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 of call #1: full input billing for the prefix, plus a small write premium so AWS can save the state.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#2  —  WARM (cache hit, different question, same prefix)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represents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system + dept prompt — bytes match → reused from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READ  ·  0.10× input rate (90%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are escalations routed?"  (new tokens)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input  ·  1.0× input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response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output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3550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 of call #2: prefix billed at one-tenth of input rate. Output and the new question stay at standard rates.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·  STORAGE LOCATION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cache actually live?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STORED HERE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Redis / ElastiCache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MemoryDB (session store)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/ S3 / RDS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memory (EKS pods / Lambda)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 we operate or pay for storage 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Nothing for us to provision, secure, or pay storage 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HERE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GPU memory (VRAM)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278892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the Bedrock model-serving fleet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entirely by AWS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Org-isolated — never reachable from another AWS account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retention fee — only cache write/read tokens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— TTL-bounded (see Q4)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AWS Bedrock prompt caching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·  COST MECHANICS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subsequent calls cost less in input tokens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Input-token billing rates (Claude Sonnet 4.5 on Bedrock)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5394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 vs. base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applies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prompt content NOT marked with a cachePoint, or first call to a new prefix.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write  ·  5-min TTL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1.25× (one-time premium)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call that creates the cached prefix. Pays a small write surcharge.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write  ·  1-hr TTL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2.00× (one-time premium)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above with extended TTL (Sonnet 4.5 / Haiku 4.5 / Opus 4.5).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0.10×  (90% off)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subsequent call where prefix bytes match an active cache entry.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11247120" cy="1783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572000"/>
            <a:ext cx="73152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663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RATE DROPS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4937760"/>
            <a:ext cx="10881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caching: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re-computes the full prefix end-to-end through every model layer.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caching: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GPU keeps the pre-computed internal state for that prefix in VRAM. On a hit, the model loads the state instead of re-running the computation. AWS bills cache reads at one-tenth of normal input rate because almost all of the compute work is already done.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call, the static prefix portion of every billable call is ~90% cheaper. The dynamic part (user question + model response) is unaffected.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 from AWS Bedrock and Anthropic published pricing, Apr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·  TTL LIMITS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Bedrock keep the cache?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44068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·  ALL MODELS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every Bedrock-hosted Claude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write multiplier:  </a:t>
            </a:r>
            <a:endParaRPr lang="en-US" sz="115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1.25× input price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 with frequent traffic per department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54480"/>
            <a:ext cx="54406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 ·  GA Jan 26,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  ·  Haiku 4.5  ·  Opus 4.5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657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write multiplier:  </a:t>
            </a:r>
            <a:endParaRPr lang="en-US" sz="115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2.00× input price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4434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sessions, low-traffic departments, agentic flows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24712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692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cache hit resets the TTL clock. A frequently-used cache stays alive indefinitely; a quiet one expires.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AWS announcement — 1-hour prompt caching, Jan 26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·  TTL EXPIRY MITIGATION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cron — keeping the cache warm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24712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department has no traffic for longer than the TTL, the cache expires. The next user pays the full write cost AND waits longer for the first token.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3832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cron(*/4 * * * ? *)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28346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2377440"/>
            <a:ext cx="33832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Lambda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iterates each dept prefix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18120" y="28346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2377440"/>
            <a:ext cx="33832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514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Sonnet 4.5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cachePoint + max_tokens=1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486400" cy="2697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0690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fires at an interval shorter than the TTL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iterates each (master + dept) prefix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prefix + a tiny ping with max_tokens=1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registers a cache hit → TTL clock resets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traffic always hits a warm cache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657600"/>
            <a:ext cx="5486400" cy="2697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4069080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interval ≈ TTL × 0.8 (4-min cron for 5-min TTL; 50-min cron for 1-hr TTL).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max_tokens=1 keeps output billing minimal — only one token of response is generated.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must call the same assembly function as production. Different formatting = different bytes = wrong cache slot refreshed.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·  DEPARTMENT-WISE CACHE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prefix · isolated cache slots per department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09160" y="1508760"/>
            <a:ext cx="2743200" cy="7315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Master Prompt</a:t>
            </a:r>
            <a:endParaRPr lang="en-US" sz="9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every dept · cachePoint #1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80760" y="2240280"/>
            <a:ext cx="-438912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291840"/>
            <a:ext cx="2011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dept-specific · cachePoint #2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cache slot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by prefix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2240280"/>
            <a:ext cx="-219456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3291840"/>
            <a:ext cx="2011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Relations (LR)</a:t>
            </a:r>
            <a:endParaRPr lang="en-US" sz="8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dept-specific · cachePoint #2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71800" y="43434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cache slot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by prefix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2240280"/>
            <a:ext cx="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3291840"/>
            <a:ext cx="2011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8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dept-specific · cachePoint #2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66360" y="43434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cache slot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by prefix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2240280"/>
            <a:ext cx="219456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3291840"/>
            <a:ext cx="2011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8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dept-specific · cachePoint #2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60920" y="43434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cache slot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by prefix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2240280"/>
            <a:ext cx="4389120" cy="1051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64040" y="3291840"/>
            <a:ext cx="2011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3337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dept-specific · cachePoint #2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55480" y="43434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548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cache slot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by prefix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2471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34924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440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prompt is cached ONCE, shared across all departments — single GPU slot, maximum reuse.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prompt creates its own GPU slot — Operations cache cannot be read by LR or vice versa.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is automatic: different prefix bytes mean physically different cache memory. No leakage possible.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 ·  ROUTING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knows which department a query belongs 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itself does not know about departments. Routing happens entirely in our application layer before the API call.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4884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sign-in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 via SSO (OIDC). JWT issued, signed by IdP.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61488" y="2651760"/>
            <a:ext cx="1188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80360" y="201168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214884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contains dept claim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"sub": "u123", "dept": "operations", ... 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93208" y="2651760"/>
            <a:ext cx="1188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12080" y="201168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214884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reads claim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pod / Lambda parses the validated token at request entry.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24928" y="2651760"/>
            <a:ext cx="1188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3800" y="201168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214884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dept prompt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dept prompt from versioned registry (S3 / DynamoDB). Cached in pod memory.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756648" y="2651760"/>
            <a:ext cx="11887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75520" y="2011680"/>
            <a:ext cx="21945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12680" y="214884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26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&amp; call Bedrock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1268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build_messages(master, dept_prompt, ctx, query) → Converse API with cachePoints.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124712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794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CODE  (per-request, in EKS pod / Lambda)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" y="411480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Validate JWT and extract claim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 = jwt.decode(token, key=jwks_key, audience=AUD)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    = claims[</a:t>
            </a:r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                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e.g. "operations"
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Load department prompt (versioned, cached in pod)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dept_prompt = prompt_registry.get(dept, version=</a:t>
            </a:r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"v3"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Assemble + call — STATIC FIRST, DYNAMIC LAST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 = build_messages(MASTER, dept_prompt, retrieved_ctx, user_query)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bedrock.converse(modelId=SONNET_45, messages=messages, ...)
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 · 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limits we must design around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303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(Sonnet 4.5)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implication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cacheable prefix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+ dept must combine to ≥ 1,024 tokens or caching silently skips.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cache breakpoints /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cachePoints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Plenty of room — we use 2 (master, dept) or 3 (+ context) per request.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options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 (default) · 1 hr (Sonnet/Haiku/Opus 4.5)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 — refreshes on each cache hit.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matching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Byte-exact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whitespace, JSON key reorder, or prompt edit = full cache miss.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retention fee. Pay only cache write/read tokens.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AWS account · per model instance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Org-isolated. Cross-region inference compatible.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token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billed at standard rate. Caching only affects input prefix.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AWS Bedrock &amp; Anthropic prompt caching documentation, Apr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 · 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where the change lands in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4937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SURFACE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build_messages.py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canonical prompt-assembly function. Inserts cachePoint after master and after dept block.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bedrock_client.py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InvokeModel → Converse API. Read cacheReadInputTokens / cacheWriteInputTokens from response.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prompt_registry.py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Version-pinned fetcher for master + dept prompts (S3 / DynamoDB).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keepalive_lambda.py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EventBridge-triggered. Calls build_messages() with each dept + ping, max_tokens=1.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metrics.py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5852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cache_hit_ratio per dept to CloudWatch.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463040"/>
            <a:ext cx="7223760" cy="4937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600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build_messages.py  ·  the key 20 lines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7040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97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build_messages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(master, dept_prompt, context, user_query):
</a:t>
            </a:r>
            <a:pPr indent="0" marL="0">
              <a:buNone/>
            </a:pPr>
            <a:r>
              <a:rPr lang="en-US" sz="97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7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
</a:t>
            </a:r>
            <a:pPr indent="0" marL="0">
              <a:buNone/>
            </a:pPr>
            <a:r>
              <a:rPr lang="en-US" sz="97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97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master},                     </a:t>
            </a:r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tier 1: shared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"cachePoint"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}},   </a:t>
            </a:r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breakpoint #1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dept_prompt},                </a:t>
            </a:r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tier 2: per-dept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"cachePoint"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}},   </a:t>
            </a:r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← breakpoint #2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7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"Context:\n{context}"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  </a:t>
            </a:r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tier 3: per-conv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97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"User: {user_query}"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     </a:t>
            </a:r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tier 4: dynamic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
    }]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bedrock.</a:t>
            </a:r>
            <a:pPr indent="0" marL="0">
              <a:buNone/>
            </a:pPr>
            <a:r>
              <a:rPr lang="en-US" sz="97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converse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modelId=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"anthropic.claude-sonnet-4-5-20250929-v1:0"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build_messages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hit_ratio = resp[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"usage"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pPr indent="0" marL="0">
              <a:buNone/>
            </a:pPr>
            <a:r>
              <a:rPr lang="en-US" sz="97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"cacheReadInputTokens"</a:t>
            </a:r>
            <a:pPr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</a:t>
            </a:r>
            <a:pPr indent="0" marL="0">
              <a:buNone/>
            </a:pPr>
            <a:r>
              <a:rPr lang="en-US" sz="97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observability
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once prompt caching is enabled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prompt caching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prompt caching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prefix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Recomputed end-to-end on every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Pre-computed once, served from GPU on every subsequent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prefix billing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 input rate per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1.25× write on first call, then 0.10× read on every subsequent 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content (user query)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input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input rate (unchanged)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output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output rate (unchanged)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First-token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forward pass through every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 prefix loads from VRAM; only the new tail is computed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Byte-identical to baseline (same model, same logic)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to manage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Bedrock handles cache lifecycle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cachePoint markers in message construction (Converse API)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Multipliers from AWS Bedrock and Anthropic published pricing, Apr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and how the design handles them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design handles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drift breaks the cache silently — one whitespace edit and every call becomes a miss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Version-pin the master + dept prompts. Add a byte-equality unit test in CI. Alert when cache_hit_ratio drops.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load-balances across model instances — under burst traffic some calls land on instances without the cache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rate stabilizes at ~70–85% in steady state. Bedrock Provisioned Throughput available for guaranteed stickiness if needed.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 expires during quiet periods — the next user pays the write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Keep-alive Lambda (Q5) refreshes the cache at an interval shorter than the TTL. 1-hr TTL further reduces frequency.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Per-conversation retrieval context (RAG) varies per query, so it cannot be cached at tier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by design. Tier 1 (master) + tier 2 (department) still hit on every call. Long sessions can cache tier 3 across turns.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write multiplier increases the cost of the very first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1.25× write is recovered after ~2 reads. Break-even within the first minute of any active department.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Cross-account or cross-org cache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possible. Bedrock caches are org-isolated by AWS. Department isolation is byte-prefix isolation — physically different memory.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Five-week delivery with measurable technical gates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" y="1554480"/>
            <a:ext cx="210312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96596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Instrument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514600"/>
            <a:ext cx="192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CloudWatch metrics: tokens, latency, cache_hit_ratio per dept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 to prompt path yet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baseline numbers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71216" y="1554480"/>
            <a:ext cx="21031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71216" y="196596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Pilot (LR)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62656" y="2514600"/>
            <a:ext cx="192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build_messages() with cachePoints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LR (lowest-risk dept) in dev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byte-equality unit test in CI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554480"/>
            <a:ext cx="21031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96596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Pilot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514600"/>
            <a:ext cx="192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cache_hit_ratio (target ≥ 80%)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functional parity vs. baseline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latency improvement on warm calls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70064" y="1554480"/>
            <a:ext cx="210312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1504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70064" y="196596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All Depts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61504" y="2514600"/>
            <a:ext cx="192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remaining departments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Per-dept prompt registry live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 with feature flag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19488" y="1554480"/>
            <a:ext cx="21031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10928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19488" y="1965960"/>
            <a:ext cx="2103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10928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&amp; Hand-off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10928" y="2514600"/>
            <a:ext cx="1920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Keep-alive Lambda + EventBridge live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Version-lock + drift alerts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+ Ops handover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124712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60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 — End of Week 3: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pilot must show ≥ 80% cache hit rate on warm traffic, byte-identical model output, no functional regression.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Q&amp;A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you may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Will the model output change?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0136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Cached output is byte-identical to non-cached. Caching is a compute shortcut, not a behavior change.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Does it impact our guardrails?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5584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Guardrails operate on inputs and outputs, not on the cached internal state.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What if we change the master prompt?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91032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invalidates on the first call after the change. The new prefix is written, and subsequent calls hit again. We notice via the cache_hit_ratio metric.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Vendor lock-in?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80136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works on the Anthropic API directly and on Azure OpenAI. The assembly function is portable; only the API call signature differs.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When do we NOT see savings?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35584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prefix is under 1,024 tokens, when the prompt changes between every call, or when calls are spaced longer than the TTL with no keep-alive.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 Can two departments accidentally share a cache slot?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91032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Cache slots are keyed by exact prefix bytes. Different department prompts produce different prefix bytes, hence different physical slots.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6126480"/>
            <a:ext cx="11247120" cy="411480"/>
          </a:xfrm>
          <a:prstGeom prst="rect">
            <a:avLst/>
          </a:prstGeom>
          <a:solidFill>
            <a:srgbClr val="0F2D4F"/>
          </a:solidFill>
          <a:ln w="12700">
            <a:solidFill>
              <a:srgbClr val="1F4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126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prompt assembly with cachePoint markers — same model, same output, lower input-token billing on every subsequent call.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0" y="6583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Caching — Technical Briefing</dc:title>
  <dc:subject>PptxGenJS Presentation</dc:subject>
  <dc:creator>Sanjib</dc:creator>
  <cp:lastModifiedBy>Sanjib</cp:lastModifiedBy>
  <cp:revision>1</cp:revision>
  <dcterms:created xsi:type="dcterms:W3CDTF">2026-04-27T20:17:40Z</dcterms:created>
  <dcterms:modified xsi:type="dcterms:W3CDTF">2026-04-27T20:17:40Z</dcterms:modified>
</cp:coreProperties>
</file>