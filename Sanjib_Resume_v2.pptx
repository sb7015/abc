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9DDDFD-5A5D-47EE-B867-BD0D8DAFE8A2}" v="15" dt="2026-03-09T20:01:44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ffice" userId="125e9b8a-6865-4cf6-a480-d691deff547d" providerId="ADAL" clId="{19C539F2-BCC0-4299-99B9-493B7E56E657}"/>
    <pc:docChg chg="undo custSel delSld modSld">
      <pc:chgData name="Office" userId="125e9b8a-6865-4cf6-a480-d691deff547d" providerId="ADAL" clId="{19C539F2-BCC0-4299-99B9-493B7E56E657}" dt="2026-03-09T20:26:29.758" v="1002" actId="255"/>
      <pc:docMkLst>
        <pc:docMk/>
      </pc:docMkLst>
      <pc:sldChg chg="addSp delSp modSp mod">
        <pc:chgData name="Office" userId="125e9b8a-6865-4cf6-a480-d691deff547d" providerId="ADAL" clId="{19C539F2-BCC0-4299-99B9-493B7E56E657}" dt="2026-03-09T20:26:29.758" v="1002" actId="255"/>
        <pc:sldMkLst>
          <pc:docMk/>
          <pc:sldMk cId="0" sldId="256"/>
        </pc:sldMkLst>
        <pc:spChg chg="mod">
          <ac:chgData name="Office" userId="125e9b8a-6865-4cf6-a480-d691deff547d" providerId="ADAL" clId="{19C539F2-BCC0-4299-99B9-493B7E56E657}" dt="2026-03-09T20:25:53.530" v="999" actId="114"/>
          <ac:spMkLst>
            <pc:docMk/>
            <pc:sldMk cId="0" sldId="256"/>
            <ac:spMk id="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6:29.758" v="1002" actId="255"/>
          <ac:spMkLst>
            <pc:docMk/>
            <pc:sldMk cId="0" sldId="256"/>
            <ac:spMk id="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7:42.775" v="950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24.188" v="862" actId="1076"/>
          <ac:spMkLst>
            <pc:docMk/>
            <pc:sldMk cId="0" sldId="256"/>
            <ac:spMk id="11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3:35.659" v="801" actId="478"/>
          <ac:spMkLst>
            <pc:docMk/>
            <pc:sldMk cId="0" sldId="256"/>
            <ac:spMk id="27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3:33.353" v="800" actId="478"/>
          <ac:spMkLst>
            <pc:docMk/>
            <pc:sldMk cId="0" sldId="256"/>
            <ac:spMk id="2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12.519" v="826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7:42.161" v="842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53:57.781" v="20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7:33.436" v="841" actId="1076"/>
          <ac:spMkLst>
            <pc:docMk/>
            <pc:sldMk cId="0" sldId="256"/>
            <ac:spMk id="3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5:22.174" v="821" actId="14100"/>
          <ac:spMkLst>
            <pc:docMk/>
            <pc:sldMk cId="0" sldId="256"/>
            <ac:spMk id="3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3:50.869" v="805" actId="1076"/>
          <ac:spMkLst>
            <pc:docMk/>
            <pc:sldMk cId="0" sldId="256"/>
            <ac:spMk id="3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5:42.227" v="824" actId="1076"/>
          <ac:spMkLst>
            <pc:docMk/>
            <pc:sldMk cId="0" sldId="256"/>
            <ac:spMk id="3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3:59.420" v="807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4:05.375" v="808" actId="1076"/>
          <ac:spMkLst>
            <pc:docMk/>
            <pc:sldMk cId="0" sldId="256"/>
            <ac:spMk id="3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4:09.660" v="809" actId="1076"/>
          <ac:spMkLst>
            <pc:docMk/>
            <pc:sldMk cId="0" sldId="256"/>
            <ac:spMk id="38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4:21.603" v="811" actId="478"/>
          <ac:spMkLst>
            <pc:docMk/>
            <pc:sldMk cId="0" sldId="256"/>
            <ac:spMk id="39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4:17.237" v="810" actId="478"/>
          <ac:spMkLst>
            <pc:docMk/>
            <pc:sldMk cId="0" sldId="256"/>
            <ac:spMk id="4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4:25.485" v="812" actId="1076"/>
          <ac:spMkLst>
            <pc:docMk/>
            <pc:sldMk cId="0" sldId="256"/>
            <ac:spMk id="4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4:38.034" v="815" actId="1076"/>
          <ac:spMkLst>
            <pc:docMk/>
            <pc:sldMk cId="0" sldId="256"/>
            <ac:spMk id="4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7:49.611" v="843" actId="1076"/>
          <ac:spMkLst>
            <pc:docMk/>
            <pc:sldMk cId="0" sldId="256"/>
            <ac:spMk id="4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4:59.582" v="818" actId="1076"/>
          <ac:spMkLst>
            <pc:docMk/>
            <pc:sldMk cId="0" sldId="256"/>
            <ac:spMk id="44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7:56.053" v="844" actId="478"/>
          <ac:spMkLst>
            <pc:docMk/>
            <pc:sldMk cId="0" sldId="256"/>
            <ac:spMk id="45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7:59.954" v="845" actId="478"/>
          <ac:spMkLst>
            <pc:docMk/>
            <pc:sldMk cId="0" sldId="256"/>
            <ac:spMk id="4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5:13.398" v="820" actId="1076"/>
          <ac:spMkLst>
            <pc:docMk/>
            <pc:sldMk cId="0" sldId="256"/>
            <ac:spMk id="4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5:05.376" v="819" actId="1076"/>
          <ac:spMkLst>
            <pc:docMk/>
            <pc:sldMk cId="0" sldId="256"/>
            <ac:spMk id="4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26.085" v="828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30.200" v="829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33.905" v="830" actId="107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43.728" v="833" actId="1076"/>
          <ac:spMkLst>
            <pc:docMk/>
            <pc:sldMk cId="0" sldId="256"/>
            <ac:spMk id="5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50.267" v="834" actId="1076"/>
          <ac:spMkLst>
            <pc:docMk/>
            <pc:sldMk cId="0" sldId="256"/>
            <ac:spMk id="5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55.050" v="835" actId="1076"/>
          <ac:spMkLst>
            <pc:docMk/>
            <pc:sldMk cId="0" sldId="256"/>
            <ac:spMk id="5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7:11.148" v="839" actId="14100"/>
          <ac:spMkLst>
            <pc:docMk/>
            <pc:sldMk cId="0" sldId="256"/>
            <ac:spMk id="5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7:17.215" v="840" actId="1076"/>
          <ac:spMkLst>
            <pc:docMk/>
            <pc:sldMk cId="0" sldId="256"/>
            <ac:spMk id="56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8:02.341" v="846" actId="478"/>
          <ac:spMkLst>
            <pc:docMk/>
            <pc:sldMk cId="0" sldId="256"/>
            <ac:spMk id="57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08:05.484" v="847" actId="478"/>
          <ac:spMkLst>
            <pc:docMk/>
            <pc:sldMk cId="0" sldId="256"/>
            <ac:spMk id="5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7:04.578" v="837" actId="1076"/>
          <ac:spMkLst>
            <pc:docMk/>
            <pc:sldMk cId="0" sldId="256"/>
            <ac:spMk id="5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6:59.952" v="836" actId="1076"/>
          <ac:spMkLst>
            <pc:docMk/>
            <pc:sldMk cId="0" sldId="256"/>
            <ac:spMk id="6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8:48.526" v="853" actId="1076"/>
          <ac:spMkLst>
            <pc:docMk/>
            <pc:sldMk cId="0" sldId="256"/>
            <ac:spMk id="6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8:41.018" v="852" actId="1076"/>
          <ac:spMkLst>
            <pc:docMk/>
            <pc:sldMk cId="0" sldId="256"/>
            <ac:spMk id="6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8:56.844" v="855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8:53.742" v="854" actId="1076"/>
          <ac:spMkLst>
            <pc:docMk/>
            <pc:sldMk cId="0" sldId="256"/>
            <ac:spMk id="6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00.275" v="856" actId="1076"/>
          <ac:spMkLst>
            <pc:docMk/>
            <pc:sldMk cId="0" sldId="256"/>
            <ac:spMk id="6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04.268" v="857" actId="1076"/>
          <ac:spMkLst>
            <pc:docMk/>
            <pc:sldMk cId="0" sldId="256"/>
            <ac:spMk id="6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07.786" v="858" actId="1076"/>
          <ac:spMkLst>
            <pc:docMk/>
            <pc:sldMk cId="0" sldId="256"/>
            <ac:spMk id="6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12.421" v="859" actId="1076"/>
          <ac:spMkLst>
            <pc:docMk/>
            <pc:sldMk cId="0" sldId="256"/>
            <ac:spMk id="6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16.393" v="860" actId="1076"/>
          <ac:spMkLst>
            <pc:docMk/>
            <pc:sldMk cId="0" sldId="256"/>
            <ac:spMk id="6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28.764" v="863" actId="1076"/>
          <ac:spMkLst>
            <pc:docMk/>
            <pc:sldMk cId="0" sldId="256"/>
            <ac:spMk id="7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35.023" v="864" actId="1076"/>
          <ac:spMkLst>
            <pc:docMk/>
            <pc:sldMk cId="0" sldId="256"/>
            <ac:spMk id="7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38.628" v="865" actId="1076"/>
          <ac:spMkLst>
            <pc:docMk/>
            <pc:sldMk cId="0" sldId="256"/>
            <ac:spMk id="72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0:07.599" v="872" actId="478"/>
          <ac:spMkLst>
            <pc:docMk/>
            <pc:sldMk cId="0" sldId="256"/>
            <ac:spMk id="73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0:11.434" v="873" actId="478"/>
          <ac:spMkLst>
            <pc:docMk/>
            <pc:sldMk cId="0" sldId="256"/>
            <ac:spMk id="7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57.191" v="870" actId="1076"/>
          <ac:spMkLst>
            <pc:docMk/>
            <pc:sldMk cId="0" sldId="256"/>
            <ac:spMk id="7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03.224" v="871" actId="1076"/>
          <ac:spMkLst>
            <pc:docMk/>
            <pc:sldMk cId="0" sldId="256"/>
            <ac:spMk id="7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47.366" v="868" actId="14100"/>
          <ac:spMkLst>
            <pc:docMk/>
            <pc:sldMk cId="0" sldId="256"/>
            <ac:spMk id="7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09:52.373" v="869" actId="1076"/>
          <ac:spMkLst>
            <pc:docMk/>
            <pc:sldMk cId="0" sldId="256"/>
            <ac:spMk id="7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37.085" v="874" actId="1076"/>
          <ac:spMkLst>
            <pc:docMk/>
            <pc:sldMk cId="0" sldId="256"/>
            <ac:spMk id="7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40.671" v="875" actId="1076"/>
          <ac:spMkLst>
            <pc:docMk/>
            <pc:sldMk cId="0" sldId="256"/>
            <ac:spMk id="8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44.261" v="876" actId="1076"/>
          <ac:spMkLst>
            <pc:docMk/>
            <pc:sldMk cId="0" sldId="256"/>
            <ac:spMk id="8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48.200" v="877" actId="1076"/>
          <ac:spMkLst>
            <pc:docMk/>
            <pc:sldMk cId="0" sldId="256"/>
            <ac:spMk id="82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2:28.927" v="894" actId="478"/>
          <ac:spMkLst>
            <pc:docMk/>
            <pc:sldMk cId="0" sldId="256"/>
            <ac:spMk id="83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2:34.070" v="895" actId="478"/>
          <ac:spMkLst>
            <pc:docMk/>
            <pc:sldMk cId="0" sldId="256"/>
            <ac:spMk id="8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35.179" v="882" actId="1076"/>
          <ac:spMkLst>
            <pc:docMk/>
            <pc:sldMk cId="0" sldId="256"/>
            <ac:spMk id="8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39.723" v="883" actId="1076"/>
          <ac:spMkLst>
            <pc:docMk/>
            <pc:sldMk cId="0" sldId="256"/>
            <ac:spMk id="8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54.990" v="878" actId="1076"/>
          <ac:spMkLst>
            <pc:docMk/>
            <pc:sldMk cId="0" sldId="256"/>
            <ac:spMk id="8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0:58.848" v="879" actId="1076"/>
          <ac:spMkLst>
            <pc:docMk/>
            <pc:sldMk cId="0" sldId="256"/>
            <ac:spMk id="8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2:02.358" v="888" actId="1076"/>
          <ac:spMkLst>
            <pc:docMk/>
            <pc:sldMk cId="0" sldId="256"/>
            <ac:spMk id="8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2:06.117" v="889" actId="1076"/>
          <ac:spMkLst>
            <pc:docMk/>
            <pc:sldMk cId="0" sldId="256"/>
            <ac:spMk id="9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16.771" v="880" actId="1076"/>
          <ac:spMkLst>
            <pc:docMk/>
            <pc:sldMk cId="0" sldId="256"/>
            <ac:spMk id="9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22.980" v="881" actId="1076"/>
          <ac:spMkLst>
            <pc:docMk/>
            <pc:sldMk cId="0" sldId="256"/>
            <ac:spMk id="9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2:08.716" v="890" actId="1076"/>
          <ac:spMkLst>
            <pc:docMk/>
            <pc:sldMk cId="0" sldId="256"/>
            <ac:spMk id="9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2:14.750" v="891" actId="1076"/>
          <ac:spMkLst>
            <pc:docMk/>
            <pc:sldMk cId="0" sldId="256"/>
            <ac:spMk id="9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44.257" v="884" actId="1076"/>
          <ac:spMkLst>
            <pc:docMk/>
            <pc:sldMk cId="0" sldId="256"/>
            <ac:spMk id="9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49.151" v="885" actId="1076"/>
          <ac:spMkLst>
            <pc:docMk/>
            <pc:sldMk cId="0" sldId="256"/>
            <ac:spMk id="9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2:22.010" v="892" actId="1076"/>
          <ac:spMkLst>
            <pc:docMk/>
            <pc:sldMk cId="0" sldId="256"/>
            <ac:spMk id="9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2:27.378" v="893" actId="1076"/>
          <ac:spMkLst>
            <pc:docMk/>
            <pc:sldMk cId="0" sldId="256"/>
            <ac:spMk id="9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53.359" v="886" actId="1076"/>
          <ac:spMkLst>
            <pc:docMk/>
            <pc:sldMk cId="0" sldId="256"/>
            <ac:spMk id="9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1:58.795" v="887" actId="1076"/>
          <ac:spMkLst>
            <pc:docMk/>
            <pc:sldMk cId="0" sldId="256"/>
            <ac:spMk id="100" creationId="{00000000-0000-0000-0000-000000000000}"/>
          </ac:spMkLst>
        </pc:spChg>
        <pc:spChg chg="del mod">
          <ac:chgData name="Office" userId="125e9b8a-6865-4cf6-a480-d691deff547d" providerId="ADAL" clId="{19C539F2-BCC0-4299-99B9-493B7E56E657}" dt="2026-03-09T20:13:24.729" v="905" actId="478"/>
          <ac:spMkLst>
            <pc:docMk/>
            <pc:sldMk cId="0" sldId="256"/>
            <ac:spMk id="101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37.018" v="919" actId="478"/>
          <ac:spMkLst>
            <pc:docMk/>
            <pc:sldMk cId="0" sldId="256"/>
            <ac:spMk id="102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36.413" v="918" actId="478"/>
          <ac:spMkLst>
            <pc:docMk/>
            <pc:sldMk cId="0" sldId="256"/>
            <ac:spMk id="103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35.462" v="917" actId="478"/>
          <ac:spMkLst>
            <pc:docMk/>
            <pc:sldMk cId="0" sldId="256"/>
            <ac:spMk id="104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34.966" v="916" actId="478"/>
          <ac:spMkLst>
            <pc:docMk/>
            <pc:sldMk cId="0" sldId="256"/>
            <ac:spMk id="105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34.496" v="915" actId="478"/>
          <ac:spMkLst>
            <pc:docMk/>
            <pc:sldMk cId="0" sldId="256"/>
            <ac:spMk id="106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43.120" v="920" actId="478"/>
          <ac:spMkLst>
            <pc:docMk/>
            <pc:sldMk cId="0" sldId="256"/>
            <ac:spMk id="107" creationId="{00000000-0000-0000-0000-000000000000}"/>
          </ac:spMkLst>
        </pc:spChg>
        <pc:spChg chg="add del mod">
          <ac:chgData name="Office" userId="125e9b8a-6865-4cf6-a480-d691deff547d" providerId="ADAL" clId="{19C539F2-BCC0-4299-99B9-493B7E56E657}" dt="2026-03-09T20:14:46.652" v="921" actId="478"/>
          <ac:spMkLst>
            <pc:docMk/>
            <pc:sldMk cId="0" sldId="256"/>
            <ac:spMk id="108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4:50.979" v="922" actId="478"/>
          <ac:spMkLst>
            <pc:docMk/>
            <pc:sldMk cId="0" sldId="256"/>
            <ac:spMk id="109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4:54.502" v="923" actId="478"/>
          <ac:spMkLst>
            <pc:docMk/>
            <pc:sldMk cId="0" sldId="256"/>
            <ac:spMk id="11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02.733" v="926" actId="14100"/>
          <ac:spMkLst>
            <pc:docMk/>
            <pc:sldMk cId="0" sldId="256"/>
            <ac:spMk id="11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4:57.731" v="924" actId="1076"/>
          <ac:spMkLst>
            <pc:docMk/>
            <pc:sldMk cId="0" sldId="256"/>
            <ac:spMk id="11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15.812" v="928" actId="1076"/>
          <ac:spMkLst>
            <pc:docMk/>
            <pc:sldMk cId="0" sldId="256"/>
            <ac:spMk id="11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05.607" v="927" actId="1076"/>
          <ac:spMkLst>
            <pc:docMk/>
            <pc:sldMk cId="0" sldId="256"/>
            <ac:spMk id="11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28.641" v="930" actId="1076"/>
          <ac:spMkLst>
            <pc:docMk/>
            <pc:sldMk cId="0" sldId="256"/>
            <ac:spMk id="11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23.698" v="929" actId="1076"/>
          <ac:spMkLst>
            <pc:docMk/>
            <pc:sldMk cId="0" sldId="256"/>
            <ac:spMk id="116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6:52.018" v="944" actId="478"/>
          <ac:spMkLst>
            <pc:docMk/>
            <pc:sldMk cId="0" sldId="256"/>
            <ac:spMk id="117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6:55.703" v="945" actId="478"/>
          <ac:spMkLst>
            <pc:docMk/>
            <pc:sldMk cId="0" sldId="256"/>
            <ac:spMk id="11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47.111" v="931" actId="1076"/>
          <ac:spMkLst>
            <pc:docMk/>
            <pc:sldMk cId="0" sldId="256"/>
            <ac:spMk id="11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51.235" v="932" actId="1076"/>
          <ac:spMkLst>
            <pc:docMk/>
            <pc:sldMk cId="0" sldId="256"/>
            <ac:spMk id="12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5:55.205" v="933" actId="1076"/>
          <ac:spMkLst>
            <pc:docMk/>
            <pc:sldMk cId="0" sldId="256"/>
            <ac:spMk id="12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01.021" v="934" actId="1076"/>
          <ac:spMkLst>
            <pc:docMk/>
            <pc:sldMk cId="0" sldId="256"/>
            <ac:spMk id="12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07.662" v="935" actId="1076"/>
          <ac:spMkLst>
            <pc:docMk/>
            <pc:sldMk cId="0" sldId="256"/>
            <ac:spMk id="12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17.001" v="936" actId="1076"/>
          <ac:spMkLst>
            <pc:docMk/>
            <pc:sldMk cId="0" sldId="256"/>
            <ac:spMk id="12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39.657" v="940" actId="1076"/>
          <ac:spMkLst>
            <pc:docMk/>
            <pc:sldMk cId="0" sldId="256"/>
            <ac:spMk id="12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44.715" v="941" actId="1076"/>
          <ac:spMkLst>
            <pc:docMk/>
            <pc:sldMk cId="0" sldId="256"/>
            <ac:spMk id="12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33.960" v="939" actId="1076"/>
          <ac:spMkLst>
            <pc:docMk/>
            <pc:sldMk cId="0" sldId="256"/>
            <ac:spMk id="12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16:26.443" v="938" actId="1076"/>
          <ac:spMkLst>
            <pc:docMk/>
            <pc:sldMk cId="0" sldId="256"/>
            <ac:spMk id="128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6:49.296" v="943" actId="478"/>
          <ac:spMkLst>
            <pc:docMk/>
            <pc:sldMk cId="0" sldId="256"/>
            <ac:spMk id="129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20:16:47.583" v="942" actId="478"/>
          <ac:spMkLst>
            <pc:docMk/>
            <pc:sldMk cId="0" sldId="256"/>
            <ac:spMk id="13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4:22.958" v="991" actId="114"/>
          <ac:spMkLst>
            <pc:docMk/>
            <pc:sldMk cId="0" sldId="256"/>
            <ac:spMk id="13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2:17.964" v="975" actId="207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49:35.938" v="0" actId="1076"/>
          <ac:spMkLst>
            <pc:docMk/>
            <pc:sldMk cId="0" sldId="256"/>
            <ac:spMk id="13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49:54.600" v="2" actId="1076"/>
          <ac:spMkLst>
            <pc:docMk/>
            <pc:sldMk cId="0" sldId="256"/>
            <ac:spMk id="140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4:28.917" v="992" actId="114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2:25.861" v="976" actId="207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50:12.841" v="5" actId="1076"/>
          <ac:spMkLst>
            <pc:docMk/>
            <pc:sldMk cId="0" sldId="256"/>
            <ac:spMk id="143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50:31.140" v="7" actId="1076"/>
          <ac:spMkLst>
            <pc:docMk/>
            <pc:sldMk cId="0" sldId="256"/>
            <ac:spMk id="144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4:34.993" v="993" actId="114"/>
          <ac:spMkLst>
            <pc:docMk/>
            <pc:sldMk cId="0" sldId="256"/>
            <ac:spMk id="14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2:31.439" v="977" actId="207"/>
          <ac:spMkLst>
            <pc:docMk/>
            <pc:sldMk cId="0" sldId="256"/>
            <ac:spMk id="146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50:52.509" v="9" actId="1076"/>
          <ac:spMkLst>
            <pc:docMk/>
            <pc:sldMk cId="0" sldId="256"/>
            <ac:spMk id="147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51:06.941" v="11" actId="1076"/>
          <ac:spMkLst>
            <pc:docMk/>
            <pc:sldMk cId="0" sldId="256"/>
            <ac:spMk id="148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4:40.183" v="994" actId="114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20:22:36.880" v="978" actId="207"/>
          <ac:spMkLst>
            <pc:docMk/>
            <pc:sldMk cId="0" sldId="256"/>
            <ac:spMk id="150" creationId="{00000000-0000-0000-0000-000000000000}"/>
          </ac:spMkLst>
        </pc:spChg>
        <pc:spChg chg="del mod">
          <ac:chgData name="Office" userId="125e9b8a-6865-4cf6-a480-d691deff547d" providerId="ADAL" clId="{19C539F2-BCC0-4299-99B9-493B7E56E657}" dt="2026-03-09T20:00:45.275" v="477" actId="478"/>
          <ac:spMkLst>
            <pc:docMk/>
            <pc:sldMk cId="0" sldId="256"/>
            <ac:spMk id="151" creationId="{00000000-0000-0000-0000-000000000000}"/>
          </ac:spMkLst>
        </pc:spChg>
        <pc:spChg chg="add mod">
          <ac:chgData name="Office" userId="125e9b8a-6865-4cf6-a480-d691deff547d" providerId="ADAL" clId="{19C539F2-BCC0-4299-99B9-493B7E56E657}" dt="2026-03-09T19:51:42.068" v="14" actId="1076"/>
          <ac:spMkLst>
            <pc:docMk/>
            <pc:sldMk cId="0" sldId="256"/>
            <ac:spMk id="152" creationId="{2387965E-9B12-6F29-383B-2AAD993D107F}"/>
          </ac:spMkLst>
        </pc:spChg>
        <pc:spChg chg="add mod">
          <ac:chgData name="Office" userId="125e9b8a-6865-4cf6-a480-d691deff547d" providerId="ADAL" clId="{19C539F2-BCC0-4299-99B9-493B7E56E657}" dt="2026-03-09T19:51:55.981" v="16"/>
          <ac:spMkLst>
            <pc:docMk/>
            <pc:sldMk cId="0" sldId="256"/>
            <ac:spMk id="153" creationId="{00000000-0000-0000-0000-000000000000}"/>
          </ac:spMkLst>
        </pc:spChg>
        <pc:spChg chg="add mod">
          <ac:chgData name="Office" userId="125e9b8a-6865-4cf6-a480-d691deff547d" providerId="ADAL" clId="{19C539F2-BCC0-4299-99B9-493B7E56E657}" dt="2026-03-09T20:25:11.514" v="997" actId="114"/>
          <ac:spMkLst>
            <pc:docMk/>
            <pc:sldMk cId="0" sldId="256"/>
            <ac:spMk id="154" creationId="{A5C107BE-B374-F36A-E33C-B8F3AC6E9B89}"/>
          </ac:spMkLst>
        </pc:spChg>
        <pc:spChg chg="add mod">
          <ac:chgData name="Office" userId="125e9b8a-6865-4cf6-a480-d691deff547d" providerId="ADAL" clId="{19C539F2-BCC0-4299-99B9-493B7E56E657}" dt="2026-03-09T19:55:32.348" v="29" actId="1076"/>
          <ac:spMkLst>
            <pc:docMk/>
            <pc:sldMk cId="0" sldId="256"/>
            <ac:spMk id="155" creationId="{ABA81E43-2E30-C3C3-491F-DA8022C5D865}"/>
          </ac:spMkLst>
        </pc:spChg>
        <pc:spChg chg="add mod">
          <ac:chgData name="Office" userId="125e9b8a-6865-4cf6-a480-d691deff547d" providerId="ADAL" clId="{19C539F2-BCC0-4299-99B9-493B7E56E657}" dt="2026-03-09T20:22:42.051" v="979" actId="207"/>
          <ac:spMkLst>
            <pc:docMk/>
            <pc:sldMk cId="0" sldId="256"/>
            <ac:spMk id="156" creationId="{B478E14E-E340-B2B2-4BF2-58D55FAF8EFD}"/>
          </ac:spMkLst>
        </pc:spChg>
        <pc:spChg chg="add del mod">
          <ac:chgData name="Office" userId="125e9b8a-6865-4cf6-a480-d691deff547d" providerId="ADAL" clId="{19C539F2-BCC0-4299-99B9-493B7E56E657}" dt="2026-03-09T19:58:51.382" v="411" actId="478"/>
          <ac:spMkLst>
            <pc:docMk/>
            <pc:sldMk cId="0" sldId="256"/>
            <ac:spMk id="157" creationId="{46BF4945-C135-34B3-277C-C8702504131D}"/>
          </ac:spMkLst>
        </pc:spChg>
        <pc:spChg chg="add mod">
          <ac:chgData name="Office" userId="125e9b8a-6865-4cf6-a480-d691deff547d" providerId="ADAL" clId="{19C539F2-BCC0-4299-99B9-493B7E56E657}" dt="2026-03-09T19:58:44.684" v="410" actId="1076"/>
          <ac:spMkLst>
            <pc:docMk/>
            <pc:sldMk cId="0" sldId="256"/>
            <ac:spMk id="158" creationId="{9961EE92-1474-BFF1-54D3-36BCC542DACF}"/>
          </ac:spMkLst>
        </pc:spChg>
        <pc:spChg chg="add mod">
          <ac:chgData name="Office" userId="125e9b8a-6865-4cf6-a480-d691deff547d" providerId="ADAL" clId="{19C539F2-BCC0-4299-99B9-493B7E56E657}" dt="2026-03-09T20:25:18.288" v="998" actId="114"/>
          <ac:spMkLst>
            <pc:docMk/>
            <pc:sldMk cId="0" sldId="256"/>
            <ac:spMk id="159" creationId="{CE91C2BE-AACD-E2E7-ACCE-EDEB35713797}"/>
          </ac:spMkLst>
        </pc:spChg>
        <pc:spChg chg="add mod">
          <ac:chgData name="Office" userId="125e9b8a-6865-4cf6-a480-d691deff547d" providerId="ADAL" clId="{19C539F2-BCC0-4299-99B9-493B7E56E657}" dt="2026-03-09T19:59:45.280" v="416" actId="1076"/>
          <ac:spMkLst>
            <pc:docMk/>
            <pc:sldMk cId="0" sldId="256"/>
            <ac:spMk id="160" creationId="{568583C0-0A78-5207-1181-64B87B2E72EA}"/>
          </ac:spMkLst>
        </pc:spChg>
        <pc:spChg chg="add mod">
          <ac:chgData name="Office" userId="125e9b8a-6865-4cf6-a480-d691deff547d" providerId="ADAL" clId="{19C539F2-BCC0-4299-99B9-493B7E56E657}" dt="2026-03-09T20:22:47.635" v="980" actId="207"/>
          <ac:spMkLst>
            <pc:docMk/>
            <pc:sldMk cId="0" sldId="256"/>
            <ac:spMk id="161" creationId="{18315DD7-92EC-04F2-2238-60C41B4C9C0B}"/>
          </ac:spMkLst>
        </pc:spChg>
        <pc:picChg chg="add mod">
          <ac:chgData name="Office" userId="125e9b8a-6865-4cf6-a480-d691deff547d" providerId="ADAL" clId="{19C539F2-BCC0-4299-99B9-493B7E56E657}" dt="2026-03-09T20:24:11.526" v="990" actId="1076"/>
          <ac:picMkLst>
            <pc:docMk/>
            <pc:sldMk cId="0" sldId="256"/>
            <ac:picMk id="28" creationId="{B9CEAB4E-3DDB-46B9-B11D-989FA198F680}"/>
          </ac:picMkLst>
        </pc:picChg>
      </pc:sldChg>
      <pc:sldChg chg="addSp delSp modSp del mod">
        <pc:chgData name="Office" userId="125e9b8a-6865-4cf6-a480-d691deff547d" providerId="ADAL" clId="{19C539F2-BCC0-4299-99B9-493B7E56E657}" dt="2026-03-09T20:16:57.776" v="946" actId="47"/>
        <pc:sldMkLst>
          <pc:docMk/>
          <pc:sldMk cId="0" sldId="257"/>
        </pc:sldMkLst>
        <pc:spChg chg="add del mod">
          <ac:chgData name="Office" userId="125e9b8a-6865-4cf6-a480-d691deff547d" providerId="ADAL" clId="{19C539F2-BCC0-4299-99B9-493B7E56E657}" dt="2026-03-09T19:54:54.174" v="25" actId="1076"/>
          <ac:spMkLst>
            <pc:docMk/>
            <pc:sldMk cId="0" sldId="257"/>
            <ac:spMk id="7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19:58:08.609" v="406" actId="478"/>
          <ac:spMkLst>
            <pc:docMk/>
            <pc:sldMk cId="0" sldId="257"/>
            <ac:spMk id="13" creationId="{00000000-0000-0000-0000-000000000000}"/>
          </ac:spMkLst>
        </pc:spChg>
        <pc:spChg chg="del">
          <ac:chgData name="Office" userId="125e9b8a-6865-4cf6-a480-d691deff547d" providerId="ADAL" clId="{19C539F2-BCC0-4299-99B9-493B7E56E657}" dt="2026-03-09T19:58:11.105" v="407" actId="478"/>
          <ac:spMkLst>
            <pc:docMk/>
            <pc:sldMk cId="0" sldId="257"/>
            <ac:spMk id="14" creationId="{00000000-0000-0000-0000-000000000000}"/>
          </ac:spMkLst>
        </pc:spChg>
        <pc:spChg chg="del mod">
          <ac:chgData name="Office" userId="125e9b8a-6865-4cf6-a480-d691deff547d" providerId="ADAL" clId="{19C539F2-BCC0-4299-99B9-493B7E56E657}" dt="2026-03-09T19:58:06.078" v="405" actId="478"/>
          <ac:spMkLst>
            <pc:docMk/>
            <pc:sldMk cId="0" sldId="257"/>
            <ac:spMk id="15" creationId="{00000000-0000-0000-0000-000000000000}"/>
          </ac:spMkLst>
        </pc:spChg>
        <pc:spChg chg="mod">
          <ac:chgData name="Office" userId="125e9b8a-6865-4cf6-a480-d691deff547d" providerId="ADAL" clId="{19C539F2-BCC0-4299-99B9-493B7E56E657}" dt="2026-03-09T19:58:00.491" v="403" actId="6549"/>
          <ac:spMkLst>
            <pc:docMk/>
            <pc:sldMk cId="0" sldId="257"/>
            <ac:spMk id="1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372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5720"/>
            <a:ext cx="12161520" cy="502920"/>
          </a:xfrm>
          <a:prstGeom prst="rect">
            <a:avLst/>
          </a:prstGeom>
          <a:solidFill>
            <a:srgbClr val="2D101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28600" y="54864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SANJIB BISWAS</a:t>
            </a:r>
            <a:endParaRPr lang="en-US" sz="2400" i="1" dirty="0"/>
          </a:p>
        </p:txBody>
      </p:sp>
      <p:sp>
        <p:nvSpPr>
          <p:cNvPr id="5" name="Text 3"/>
          <p:cNvSpPr/>
          <p:nvPr/>
        </p:nvSpPr>
        <p:spPr>
          <a:xfrm>
            <a:off x="8961120" y="54864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MANAGER</a:t>
            </a:r>
            <a:endParaRPr lang="en-US" sz="14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E8A8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sanjib.biswas@pwc.com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6583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SUMMARY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59536"/>
            <a:ext cx="11704320" cy="0"/>
          </a:xfrm>
          <a:prstGeom prst="line">
            <a:avLst/>
          </a:prstGeom>
          <a:noFill/>
          <a:ln w="19050">
            <a:solidFill>
              <a:srgbClr val="D4451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28600" y="896112"/>
            <a:ext cx="1170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latin typeface="Arial" pitchFamily="34" charset="0"/>
                <a:ea typeface="Arial" pitchFamily="34" charset="-122"/>
                <a:cs typeface="Arial" pitchFamily="34" charset="-120"/>
              </a:rPr>
              <a:t>Senior Manager at PwC with 13+ years in Gen AI, Agentic Automation &amp; LLMs. Previously successfully led AI Center of Excellence as Technical Architect, managing 12+ team for AI solution design and deployment across Insurance, Pharma, Retail, Banking &amp; Supply Chain.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37160" y="1261872"/>
            <a:ext cx="1188720" cy="1280160"/>
          </a:xfrm>
          <a:prstGeom prst="rect">
            <a:avLst/>
          </a:prstGeom>
          <a:solidFill>
            <a:srgbClr val="E8E4E0"/>
          </a:solidFill>
          <a:ln w="6350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37160" y="1261872"/>
            <a:ext cx="1188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[Photo]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" y="2587752"/>
            <a:ext cx="2194560" cy="4270248"/>
          </a:xfrm>
          <a:prstGeom prst="rect">
            <a:avLst/>
          </a:prstGeom>
          <a:solidFill>
            <a:srgbClr val="F5F2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7160" y="26151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8872" y="2834640"/>
            <a:ext cx="640080" cy="146304"/>
          </a:xfrm>
          <a:prstGeom prst="roundRect">
            <a:avLst>
              <a:gd name="adj" fmla="val 18750"/>
            </a:avLst>
          </a:prstGeom>
          <a:solidFill>
            <a:srgbClr val="FDE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37160" y="283464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44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 &amp; AI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37160" y="2999232"/>
            <a:ext cx="58064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37160" y="2999232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GPT-4/4.1</a:t>
            </a:r>
            <a:endParaRPr lang="en-US" sz="550" dirty="0"/>
          </a:p>
        </p:txBody>
      </p:sp>
      <p:sp>
        <p:nvSpPr>
          <p:cNvPr id="17" name="Shape 15"/>
          <p:cNvSpPr/>
          <p:nvPr/>
        </p:nvSpPr>
        <p:spPr>
          <a:xfrm>
            <a:off x="754380" y="2999232"/>
            <a:ext cx="48006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54380" y="2999232"/>
            <a:ext cx="4800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ColPali</a:t>
            </a:r>
            <a:endParaRPr lang="en-US" sz="550" dirty="0"/>
          </a:p>
        </p:txBody>
      </p:sp>
      <p:sp>
        <p:nvSpPr>
          <p:cNvPr id="19" name="Shape 17"/>
          <p:cNvSpPr/>
          <p:nvPr/>
        </p:nvSpPr>
        <p:spPr>
          <a:xfrm>
            <a:off x="1271016" y="2999232"/>
            <a:ext cx="58064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271016" y="2999232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WildGuard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137160" y="3191256"/>
            <a:ext cx="78181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137160" y="3191256"/>
            <a:ext cx="7818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Sonnet</a:t>
            </a:r>
            <a:endParaRPr lang="en-US" sz="550" dirty="0"/>
          </a:p>
        </p:txBody>
      </p:sp>
      <p:sp>
        <p:nvSpPr>
          <p:cNvPr id="23" name="Shape 21"/>
          <p:cNvSpPr/>
          <p:nvPr/>
        </p:nvSpPr>
        <p:spPr>
          <a:xfrm>
            <a:off x="955548" y="3191256"/>
            <a:ext cx="73152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955548" y="3191256"/>
            <a:ext cx="731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550" dirty="0"/>
          </a:p>
        </p:txBody>
      </p:sp>
      <p:sp>
        <p:nvSpPr>
          <p:cNvPr id="25" name="Shape 23"/>
          <p:cNvSpPr/>
          <p:nvPr/>
        </p:nvSpPr>
        <p:spPr>
          <a:xfrm>
            <a:off x="137160" y="3383280"/>
            <a:ext cx="42976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37160" y="3383280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550" dirty="0"/>
          </a:p>
        </p:txBody>
      </p:sp>
      <p:sp>
        <p:nvSpPr>
          <p:cNvPr id="29" name="Shape 27"/>
          <p:cNvSpPr/>
          <p:nvPr/>
        </p:nvSpPr>
        <p:spPr>
          <a:xfrm>
            <a:off x="586994" y="3383280"/>
            <a:ext cx="63093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53212" y="3390315"/>
            <a:ext cx="6614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LoRA/QLoRA</a:t>
            </a:r>
            <a:endParaRPr lang="en-US" sz="550" dirty="0"/>
          </a:p>
        </p:txBody>
      </p:sp>
      <p:sp>
        <p:nvSpPr>
          <p:cNvPr id="31" name="Shape 29"/>
          <p:cNvSpPr/>
          <p:nvPr/>
        </p:nvSpPr>
        <p:spPr>
          <a:xfrm>
            <a:off x="1273302" y="3404108"/>
            <a:ext cx="68122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1259507" y="3398266"/>
            <a:ext cx="6812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25730" y="3598164"/>
            <a:ext cx="63322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77724" y="3589616"/>
            <a:ext cx="6812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Engg</a:t>
            </a:r>
            <a:endParaRPr lang="en-US" sz="550" dirty="0"/>
          </a:p>
        </p:txBody>
      </p:sp>
      <p:sp>
        <p:nvSpPr>
          <p:cNvPr id="35" name="Shape 33"/>
          <p:cNvSpPr/>
          <p:nvPr/>
        </p:nvSpPr>
        <p:spPr>
          <a:xfrm>
            <a:off x="857151" y="3605276"/>
            <a:ext cx="679041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806958" y="3605276"/>
            <a:ext cx="7818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Indexing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137160" y="3790188"/>
            <a:ext cx="63093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109330" y="3794760"/>
            <a:ext cx="630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</a:t>
            </a:r>
            <a:endParaRPr lang="en-US" sz="550" dirty="0"/>
          </a:p>
        </p:txBody>
      </p:sp>
      <p:sp>
        <p:nvSpPr>
          <p:cNvPr id="41" name="Shape 39"/>
          <p:cNvSpPr/>
          <p:nvPr/>
        </p:nvSpPr>
        <p:spPr>
          <a:xfrm>
            <a:off x="804672" y="3810861"/>
            <a:ext cx="27889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77240" y="3800580"/>
            <a:ext cx="278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550" dirty="0"/>
          </a:p>
        </p:txBody>
      </p:sp>
      <p:sp>
        <p:nvSpPr>
          <p:cNvPr id="43" name="Shape 41"/>
          <p:cNvSpPr/>
          <p:nvPr/>
        </p:nvSpPr>
        <p:spPr>
          <a:xfrm>
            <a:off x="1753108" y="3205157"/>
            <a:ext cx="27889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1753108" y="3216303"/>
            <a:ext cx="278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</a:t>
            </a:r>
            <a:endParaRPr lang="en-US" sz="550" dirty="0"/>
          </a:p>
        </p:txBody>
      </p:sp>
      <p:sp>
        <p:nvSpPr>
          <p:cNvPr id="47" name="Shape 45"/>
          <p:cNvSpPr/>
          <p:nvPr/>
        </p:nvSpPr>
        <p:spPr>
          <a:xfrm>
            <a:off x="1674893" y="3610091"/>
            <a:ext cx="37947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1661922" y="3606115"/>
            <a:ext cx="3794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FAISS</a:t>
            </a:r>
            <a:endParaRPr lang="en-US" sz="550" dirty="0"/>
          </a:p>
        </p:txBody>
      </p:sp>
      <p:sp>
        <p:nvSpPr>
          <p:cNvPr id="49" name="Shape 47"/>
          <p:cNvSpPr/>
          <p:nvPr/>
        </p:nvSpPr>
        <p:spPr>
          <a:xfrm>
            <a:off x="1133856" y="3800580"/>
            <a:ext cx="88239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1083564" y="3796792"/>
            <a:ext cx="8823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Search</a:t>
            </a:r>
            <a:endParaRPr lang="en-US" sz="550" dirty="0"/>
          </a:p>
        </p:txBody>
      </p:sp>
      <p:sp>
        <p:nvSpPr>
          <p:cNvPr id="51" name="Shape 49"/>
          <p:cNvSpPr/>
          <p:nvPr/>
        </p:nvSpPr>
        <p:spPr>
          <a:xfrm>
            <a:off x="137160" y="4000500"/>
            <a:ext cx="58064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139455" y="4005072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550" dirty="0"/>
          </a:p>
        </p:txBody>
      </p:sp>
      <p:sp>
        <p:nvSpPr>
          <p:cNvPr id="53" name="Shape 51"/>
          <p:cNvSpPr/>
          <p:nvPr/>
        </p:nvSpPr>
        <p:spPr>
          <a:xfrm>
            <a:off x="758952" y="4017450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717804" y="4010674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</a:t>
            </a:r>
            <a:endParaRPr lang="en-US" sz="550" dirty="0"/>
          </a:p>
        </p:txBody>
      </p:sp>
      <p:sp>
        <p:nvSpPr>
          <p:cNvPr id="55" name="Shape 53"/>
          <p:cNvSpPr/>
          <p:nvPr/>
        </p:nvSpPr>
        <p:spPr>
          <a:xfrm>
            <a:off x="1674495" y="4027932"/>
            <a:ext cx="489703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1621273" y="403352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Bayesian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1332738" y="4028236"/>
            <a:ext cx="32918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1307592" y="4018688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LSTM</a:t>
            </a:r>
            <a:endParaRPr lang="en-US" sz="550" dirty="0"/>
          </a:p>
        </p:txBody>
      </p:sp>
      <p:sp>
        <p:nvSpPr>
          <p:cNvPr id="61" name="Shape 59"/>
          <p:cNvSpPr/>
          <p:nvPr/>
        </p:nvSpPr>
        <p:spPr>
          <a:xfrm>
            <a:off x="82296" y="4228611"/>
            <a:ext cx="694944" cy="146304"/>
          </a:xfrm>
          <a:prstGeom prst="roundRect">
            <a:avLst>
              <a:gd name="adj" fmla="val 18750"/>
            </a:avLst>
          </a:prstGeom>
          <a:solidFill>
            <a:srgbClr val="FDE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148590" y="4204885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44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36576" y="4403325"/>
            <a:ext cx="58064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-4572" y="4399630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LangChain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690372" y="4399630"/>
            <a:ext cx="48006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60654" y="4417918"/>
            <a:ext cx="4800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</a:t>
            </a:r>
            <a:endParaRPr lang="en-US" sz="550" dirty="0"/>
          </a:p>
        </p:txBody>
      </p:sp>
      <p:sp>
        <p:nvSpPr>
          <p:cNvPr id="67" name="Shape 65"/>
          <p:cNvSpPr/>
          <p:nvPr/>
        </p:nvSpPr>
        <p:spPr>
          <a:xfrm>
            <a:off x="1264158" y="4393722"/>
            <a:ext cx="42976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1253352" y="4408478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45720" y="4609942"/>
            <a:ext cx="48006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22860" y="4620357"/>
            <a:ext cx="4800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592860" y="4613637"/>
            <a:ext cx="63093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560626" y="4613637"/>
            <a:ext cx="630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779963" y="4404243"/>
            <a:ext cx="32918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1754754" y="4415870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ONNX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1273302" y="4619805"/>
            <a:ext cx="878323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1195578" y="4623639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45720" y="4825501"/>
            <a:ext cx="914400" cy="146304"/>
          </a:xfrm>
          <a:prstGeom prst="roundRect">
            <a:avLst>
              <a:gd name="adj" fmla="val 18750"/>
            </a:avLst>
          </a:prstGeom>
          <a:solidFill>
            <a:srgbClr val="FDE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91440" y="4815019"/>
            <a:ext cx="8778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44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&amp; DevOps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45720" y="5002544"/>
            <a:ext cx="78181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-4572" y="5010910"/>
            <a:ext cx="78181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SageMaker</a:t>
            </a:r>
            <a:endParaRPr lang="en-US" sz="550" dirty="0"/>
          </a:p>
        </p:txBody>
      </p:sp>
      <p:sp>
        <p:nvSpPr>
          <p:cNvPr id="85" name="Shape 83"/>
          <p:cNvSpPr/>
          <p:nvPr/>
        </p:nvSpPr>
        <p:spPr>
          <a:xfrm>
            <a:off x="45720" y="5187314"/>
            <a:ext cx="48006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6" name="Text 84"/>
          <p:cNvSpPr/>
          <p:nvPr/>
        </p:nvSpPr>
        <p:spPr>
          <a:xfrm>
            <a:off x="33090" y="5183473"/>
            <a:ext cx="4800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EKS</a:t>
            </a:r>
            <a:endParaRPr lang="en-US" sz="550" dirty="0"/>
          </a:p>
        </p:txBody>
      </p:sp>
      <p:sp>
        <p:nvSpPr>
          <p:cNvPr id="87" name="Shape 85"/>
          <p:cNvSpPr/>
          <p:nvPr/>
        </p:nvSpPr>
        <p:spPr>
          <a:xfrm>
            <a:off x="875538" y="5005545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818388" y="5019237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</a:t>
            </a:r>
            <a:endParaRPr lang="en-US" sz="550" dirty="0"/>
          </a:p>
        </p:txBody>
      </p:sp>
      <p:sp>
        <p:nvSpPr>
          <p:cNvPr id="89" name="Shape 87"/>
          <p:cNvSpPr/>
          <p:nvPr/>
        </p:nvSpPr>
        <p:spPr>
          <a:xfrm>
            <a:off x="48006" y="5377509"/>
            <a:ext cx="42976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22860" y="5384641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550" dirty="0"/>
          </a:p>
        </p:txBody>
      </p:sp>
      <p:sp>
        <p:nvSpPr>
          <p:cNvPr id="91" name="Shape 89"/>
          <p:cNvSpPr/>
          <p:nvPr/>
        </p:nvSpPr>
        <p:spPr>
          <a:xfrm>
            <a:off x="1472184" y="5010432"/>
            <a:ext cx="63093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1410462" y="5019237"/>
            <a:ext cx="630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550" dirty="0"/>
          </a:p>
        </p:txBody>
      </p:sp>
      <p:sp>
        <p:nvSpPr>
          <p:cNvPr id="93" name="Shape 91"/>
          <p:cNvSpPr/>
          <p:nvPr/>
        </p:nvSpPr>
        <p:spPr>
          <a:xfrm>
            <a:off x="528852" y="5381734"/>
            <a:ext cx="37947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525374" y="5391500"/>
            <a:ext cx="3794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550" dirty="0"/>
          </a:p>
        </p:txBody>
      </p:sp>
      <p:sp>
        <p:nvSpPr>
          <p:cNvPr id="95" name="Shape 93"/>
          <p:cNvSpPr/>
          <p:nvPr/>
        </p:nvSpPr>
        <p:spPr>
          <a:xfrm>
            <a:off x="585181" y="5183473"/>
            <a:ext cx="58064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6" name="Text 94"/>
          <p:cNvSpPr/>
          <p:nvPr/>
        </p:nvSpPr>
        <p:spPr>
          <a:xfrm>
            <a:off x="537210" y="5189298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</a:t>
            </a:r>
            <a:endParaRPr lang="en-US" sz="550" dirty="0"/>
          </a:p>
        </p:txBody>
      </p:sp>
      <p:sp>
        <p:nvSpPr>
          <p:cNvPr id="97" name="Shape 95"/>
          <p:cNvSpPr/>
          <p:nvPr/>
        </p:nvSpPr>
        <p:spPr>
          <a:xfrm>
            <a:off x="971018" y="5381734"/>
            <a:ext cx="27889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8" name="Text 96"/>
          <p:cNvSpPr/>
          <p:nvPr/>
        </p:nvSpPr>
        <p:spPr>
          <a:xfrm>
            <a:off x="960120" y="5407063"/>
            <a:ext cx="278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1209294" y="5195079"/>
            <a:ext cx="83210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1133856" y="5195079"/>
            <a:ext cx="8321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550" dirty="0"/>
          </a:p>
        </p:txBody>
      </p:sp>
      <p:sp>
        <p:nvSpPr>
          <p:cNvPr id="102" name="Text 100"/>
          <p:cNvSpPr/>
          <p:nvPr/>
        </p:nvSpPr>
        <p:spPr>
          <a:xfrm>
            <a:off x="93532" y="5592559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44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48244" y="5798662"/>
            <a:ext cx="53035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4" name="Text 102"/>
          <p:cNvSpPr/>
          <p:nvPr/>
        </p:nvSpPr>
        <p:spPr>
          <a:xfrm>
            <a:off x="16011" y="5797296"/>
            <a:ext cx="5303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TensorRT</a:t>
            </a:r>
            <a:endParaRPr lang="en-US" sz="550" dirty="0"/>
          </a:p>
        </p:txBody>
      </p:sp>
      <p:sp>
        <p:nvSpPr>
          <p:cNvPr id="105" name="Shape 103"/>
          <p:cNvSpPr/>
          <p:nvPr/>
        </p:nvSpPr>
        <p:spPr>
          <a:xfrm>
            <a:off x="612648" y="5795035"/>
            <a:ext cx="32918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652649" y="5796025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CUDA</a:t>
            </a:r>
            <a:endParaRPr lang="en-US" sz="550" dirty="0"/>
          </a:p>
        </p:txBody>
      </p:sp>
      <p:sp>
        <p:nvSpPr>
          <p:cNvPr id="111" name="Shape 109"/>
          <p:cNvSpPr/>
          <p:nvPr/>
        </p:nvSpPr>
        <p:spPr>
          <a:xfrm>
            <a:off x="975178" y="5797296"/>
            <a:ext cx="50386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2" name="Text 110"/>
          <p:cNvSpPr/>
          <p:nvPr/>
        </p:nvSpPr>
        <p:spPr>
          <a:xfrm>
            <a:off x="898398" y="5792754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FP16/INT8</a:t>
            </a:r>
            <a:endParaRPr lang="en-US" sz="550" dirty="0"/>
          </a:p>
        </p:txBody>
      </p:sp>
      <p:sp>
        <p:nvSpPr>
          <p:cNvPr id="113" name="Shape 111"/>
          <p:cNvSpPr/>
          <p:nvPr/>
        </p:nvSpPr>
        <p:spPr>
          <a:xfrm>
            <a:off x="1518528" y="5800932"/>
            <a:ext cx="32918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1529334" y="5803451"/>
            <a:ext cx="329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GGUF</a:t>
            </a:r>
            <a:endParaRPr lang="en-US" sz="550" dirty="0"/>
          </a:p>
        </p:txBody>
      </p:sp>
      <p:sp>
        <p:nvSpPr>
          <p:cNvPr id="115" name="Shape 113"/>
          <p:cNvSpPr/>
          <p:nvPr/>
        </p:nvSpPr>
        <p:spPr>
          <a:xfrm>
            <a:off x="22860" y="5995140"/>
            <a:ext cx="749808" cy="146304"/>
          </a:xfrm>
          <a:prstGeom prst="roundRect">
            <a:avLst>
              <a:gd name="adj" fmla="val 18750"/>
            </a:avLst>
          </a:prstGeom>
          <a:solidFill>
            <a:srgbClr val="FDEE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100593" y="5979588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D445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Lang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48597" y="6195060"/>
            <a:ext cx="63093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2339" y="6204907"/>
            <a:ext cx="6309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</a:t>
            </a:r>
            <a:endParaRPr lang="en-US" sz="550" dirty="0"/>
          </a:p>
        </p:txBody>
      </p:sp>
      <p:sp>
        <p:nvSpPr>
          <p:cNvPr id="121" name="Shape 119"/>
          <p:cNvSpPr/>
          <p:nvPr/>
        </p:nvSpPr>
        <p:spPr>
          <a:xfrm>
            <a:off x="740664" y="6199632"/>
            <a:ext cx="37947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738378" y="6204907"/>
            <a:ext cx="3794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550" dirty="0"/>
          </a:p>
        </p:txBody>
      </p:sp>
      <p:sp>
        <p:nvSpPr>
          <p:cNvPr id="123" name="Shape 121"/>
          <p:cNvSpPr/>
          <p:nvPr/>
        </p:nvSpPr>
        <p:spPr>
          <a:xfrm>
            <a:off x="1165825" y="6192345"/>
            <a:ext cx="580644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1133379" y="6199632"/>
            <a:ext cx="5806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DB</a:t>
            </a:r>
            <a:endParaRPr lang="en-US" sz="550" dirty="0"/>
          </a:p>
        </p:txBody>
      </p:sp>
      <p:sp>
        <p:nvSpPr>
          <p:cNvPr id="125" name="Shape 123"/>
          <p:cNvSpPr/>
          <p:nvPr/>
        </p:nvSpPr>
        <p:spPr>
          <a:xfrm>
            <a:off x="45720" y="6414027"/>
            <a:ext cx="429768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23849" y="6414991"/>
            <a:ext cx="4297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550" dirty="0"/>
          </a:p>
        </p:txBody>
      </p:sp>
      <p:sp>
        <p:nvSpPr>
          <p:cNvPr id="127" name="Shape 125"/>
          <p:cNvSpPr/>
          <p:nvPr/>
        </p:nvSpPr>
        <p:spPr>
          <a:xfrm>
            <a:off x="1813268" y="6180396"/>
            <a:ext cx="278892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1815084" y="6179334"/>
            <a:ext cx="2788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550" dirty="0"/>
          </a:p>
        </p:txBody>
      </p:sp>
      <p:sp>
        <p:nvSpPr>
          <p:cNvPr id="131" name="Shape 129"/>
          <p:cNvSpPr/>
          <p:nvPr/>
        </p:nvSpPr>
        <p:spPr>
          <a:xfrm>
            <a:off x="137160" y="8211312"/>
            <a:ext cx="379476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137160" y="8211312"/>
            <a:ext cx="3794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550" dirty="0"/>
          </a:p>
        </p:txBody>
      </p:sp>
      <p:sp>
        <p:nvSpPr>
          <p:cNvPr id="133" name="Shape 131"/>
          <p:cNvSpPr/>
          <p:nvPr/>
        </p:nvSpPr>
        <p:spPr>
          <a:xfrm>
            <a:off x="553212" y="8211312"/>
            <a:ext cx="480060" cy="155448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D0CBC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4" name="Text 132"/>
          <p:cNvSpPr/>
          <p:nvPr/>
        </p:nvSpPr>
        <p:spPr>
          <a:xfrm>
            <a:off x="553212" y="8211312"/>
            <a:ext cx="4800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550" dirty="0"/>
          </a:p>
        </p:txBody>
      </p:sp>
      <p:sp>
        <p:nvSpPr>
          <p:cNvPr id="135" name="Shape 133"/>
          <p:cNvSpPr/>
          <p:nvPr/>
        </p:nvSpPr>
        <p:spPr>
          <a:xfrm>
            <a:off x="2194560" y="1234440"/>
            <a:ext cx="0" cy="5486400"/>
          </a:xfrm>
          <a:prstGeom prst="line">
            <a:avLst/>
          </a:prstGeom>
          <a:noFill/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2331720" y="1261872"/>
            <a:ext cx="36576" cy="146304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2423160" y="1243584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Knowledge Management Solution | PwC Client</a:t>
            </a:r>
            <a:endParaRPr lang="en-US" sz="900" i="1" dirty="0"/>
          </a:p>
        </p:txBody>
      </p:sp>
      <p:sp>
        <p:nvSpPr>
          <p:cNvPr id="138" name="Text 136"/>
          <p:cNvSpPr/>
          <p:nvPr/>
        </p:nvSpPr>
        <p:spPr>
          <a:xfrm>
            <a:off x="2423160" y="1444752"/>
            <a:ext cx="9418320" cy="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Built multi-division KM system: M365 Teams Bot → Kong API Gateway → AWS Lambda with Strands Agent orchestration on Bedrock.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3-tool agent architecture: Intent Classification, Query Enhancement, </a:t>
            </a:r>
            <a:r>
              <a:rPr lang="en-US" sz="8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Halucination</a:t>
            </a: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 detection &amp; SharePoint Document Search via Microsoft Graph OBO auth.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End-to-end: MemoryDB for session persistence, CloudWatch/Splunk logging, adaptive feedback cards; Terraform-managed infra.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2194560" y="1983468"/>
            <a:ext cx="9326880" cy="0"/>
          </a:xfrm>
          <a:prstGeom prst="line">
            <a:avLst/>
          </a:prstGeom>
          <a:noFill/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2331720" y="2035355"/>
            <a:ext cx="36576" cy="146304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2423160" y="2035355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Medical Record Summarization | PwC Client</a:t>
            </a:r>
            <a:endParaRPr lang="en-US" sz="900" i="1" dirty="0"/>
          </a:p>
        </p:txBody>
      </p:sp>
      <p:sp>
        <p:nvSpPr>
          <p:cNvPr id="142" name="Text 140"/>
          <p:cNvSpPr/>
          <p:nvPr/>
        </p:nvSpPr>
        <p:spPr>
          <a:xfrm>
            <a:off x="2423160" y="2218235"/>
            <a:ext cx="9418320" cy="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Fine-tuned GPT-4.1 on claim-related medical records for automated fact extraction via Azure AI Foundry.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HNSW-based vector indexing with text-embedding-3-large on Azure AI Search; OCR + summarization pipeline.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Production: Azure OpenAI + Document Intelligence + Semantic Ranker, RAG-powered Q&amp;A via Streamlit UI.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2331720" y="2794662"/>
            <a:ext cx="9326880" cy="0"/>
          </a:xfrm>
          <a:prstGeom prst="line">
            <a:avLst/>
          </a:prstGeom>
          <a:noFill/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2331720" y="2907792"/>
            <a:ext cx="36576" cy="146304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2423160" y="2896380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Guardrails &amp; Security – Internal Chatbot</a:t>
            </a:r>
            <a:endParaRPr lang="en-US" sz="900" i="1" dirty="0"/>
          </a:p>
        </p:txBody>
      </p:sp>
      <p:sp>
        <p:nvSpPr>
          <p:cNvPr id="146" name="Text 144"/>
          <p:cNvSpPr/>
          <p:nvPr/>
        </p:nvSpPr>
        <p:spPr>
          <a:xfrm>
            <a:off x="2423160" y="3154680"/>
            <a:ext cx="9418320" cy="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Fine-tuned WildGuard on 120K dataset for Medicare/Medicaid fraud &amp; PHI violation detection via AWS SageMaker.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LoRA/QLoRA training on AWS EC2 P4d A100; jailbreak detection, prompt injection prevention via Step Functions.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Production: ONNX Runtime + TensorRT on Kubernetes (EKS) / NVIDIA Triton, &lt;45ms latency.</a:t>
            </a:r>
            <a:endParaRPr lang="en-US" sz="800" dirty="0"/>
          </a:p>
        </p:txBody>
      </p:sp>
      <p:sp>
        <p:nvSpPr>
          <p:cNvPr id="147" name="Shape 145"/>
          <p:cNvSpPr/>
          <p:nvPr/>
        </p:nvSpPr>
        <p:spPr>
          <a:xfrm>
            <a:off x="2331720" y="3721608"/>
            <a:ext cx="9326880" cy="0"/>
          </a:xfrm>
          <a:prstGeom prst="line">
            <a:avLst/>
          </a:prstGeom>
          <a:noFill/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2331720" y="3820881"/>
            <a:ext cx="36576" cy="146304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Text 147"/>
          <p:cNvSpPr/>
          <p:nvPr/>
        </p:nvSpPr>
        <p:spPr>
          <a:xfrm>
            <a:off x="2468880" y="3803904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Chat with SQL Assistant | Natural-Language to SQL</a:t>
            </a:r>
            <a:endParaRPr lang="en-US" sz="900" i="1" dirty="0"/>
          </a:p>
        </p:txBody>
      </p:sp>
      <p:sp>
        <p:nvSpPr>
          <p:cNvPr id="150" name="Text 148"/>
          <p:cNvSpPr/>
          <p:nvPr/>
        </p:nvSpPr>
        <p:spPr>
          <a:xfrm>
            <a:off x="2423160" y="4050012"/>
            <a:ext cx="9418320" cy="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LLM-powered agents for SQL generation with query planning, validation &amp; self-correction using Claude Sonnet.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GPT-4 metadata extraction, 1536-dim FAISS embeddings, RAG for top-5 table selection, NetworkX join paths.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Deployed as on-prem API via Dockerized FastAPI + Nginx + Redis; LangGraph multi-agent orchestration.</a:t>
            </a:r>
            <a:endParaRPr lang="en-US" sz="800" dirty="0"/>
          </a:p>
        </p:txBody>
      </p:sp>
      <p:sp>
        <p:nvSpPr>
          <p:cNvPr id="152" name="Shape 145">
            <a:extLst>
              <a:ext uri="{FF2B5EF4-FFF2-40B4-BE49-F238E27FC236}">
                <a16:creationId xmlns:a16="http://schemas.microsoft.com/office/drawing/2014/main" id="{2387965E-9B12-6F29-383B-2AAD993D107F}"/>
              </a:ext>
            </a:extLst>
          </p:cNvPr>
          <p:cNvSpPr/>
          <p:nvPr/>
        </p:nvSpPr>
        <p:spPr>
          <a:xfrm>
            <a:off x="2331720" y="4636008"/>
            <a:ext cx="9326880" cy="0"/>
          </a:xfrm>
          <a:prstGeom prst="line">
            <a:avLst/>
          </a:prstGeom>
          <a:noFill/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4" name="Text 147">
            <a:extLst>
              <a:ext uri="{FF2B5EF4-FFF2-40B4-BE49-F238E27FC236}">
                <a16:creationId xmlns:a16="http://schemas.microsoft.com/office/drawing/2014/main" id="{A5C107BE-B374-F36A-E33C-B8F3AC6E9B89}"/>
              </a:ext>
            </a:extLst>
          </p:cNvPr>
          <p:cNvSpPr/>
          <p:nvPr/>
        </p:nvSpPr>
        <p:spPr>
          <a:xfrm>
            <a:off x="2468880" y="4764629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Forecast Engine | Leni</a:t>
            </a:r>
            <a:endParaRPr lang="en-US" sz="900" i="1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55" name="Shape 146">
            <a:extLst>
              <a:ext uri="{FF2B5EF4-FFF2-40B4-BE49-F238E27FC236}">
                <a16:creationId xmlns:a16="http://schemas.microsoft.com/office/drawing/2014/main" id="{ABA81E43-2E30-C3C3-491F-DA8022C5D865}"/>
              </a:ext>
            </a:extLst>
          </p:cNvPr>
          <p:cNvSpPr/>
          <p:nvPr/>
        </p:nvSpPr>
        <p:spPr>
          <a:xfrm>
            <a:off x="2368296" y="4714195"/>
            <a:ext cx="36576" cy="146304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Text 144">
            <a:extLst>
              <a:ext uri="{FF2B5EF4-FFF2-40B4-BE49-F238E27FC236}">
                <a16:creationId xmlns:a16="http://schemas.microsoft.com/office/drawing/2014/main" id="{B478E14E-E340-B2B2-4BF2-58D55FAF8EFD}"/>
              </a:ext>
            </a:extLst>
          </p:cNvPr>
          <p:cNvSpPr/>
          <p:nvPr/>
        </p:nvSpPr>
        <p:spPr>
          <a:xfrm>
            <a:off x="2423160" y="4928211"/>
            <a:ext cx="9418320" cy="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ARIMA, SARIMA, auto-regressive models with GLM-based forecasting + LSTM neural networks for temporal dependencies.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Shapiro test, rolling/sliding window validation, </a:t>
            </a:r>
            <a:r>
              <a:rPr lang="en-US" sz="8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 model versioning; improved forecasting accuracy by 19%.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Centralized platform with dashboard for all business units; reduced model lifecycle time.</a:t>
            </a:r>
            <a:endParaRPr lang="en-US" sz="800" dirty="0"/>
          </a:p>
          <a:p>
            <a:pPr>
              <a:spcAft>
                <a:spcPts val="300"/>
              </a:spcAft>
              <a:buSzPct val="100000"/>
            </a:pPr>
            <a:endParaRPr lang="en-US" sz="800" dirty="0"/>
          </a:p>
        </p:txBody>
      </p:sp>
      <p:sp>
        <p:nvSpPr>
          <p:cNvPr id="158" name="Shape 145">
            <a:extLst>
              <a:ext uri="{FF2B5EF4-FFF2-40B4-BE49-F238E27FC236}">
                <a16:creationId xmlns:a16="http://schemas.microsoft.com/office/drawing/2014/main" id="{9961EE92-1474-BFF1-54D3-36BCC542DACF}"/>
              </a:ext>
            </a:extLst>
          </p:cNvPr>
          <p:cNvSpPr/>
          <p:nvPr/>
        </p:nvSpPr>
        <p:spPr>
          <a:xfrm>
            <a:off x="2468880" y="5496393"/>
            <a:ext cx="9326880" cy="0"/>
          </a:xfrm>
          <a:prstGeom prst="line">
            <a:avLst/>
          </a:prstGeom>
          <a:noFill/>
          <a:ln w="6350">
            <a:solidFill>
              <a:srgbClr val="DDD8D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9" name="Text 147">
            <a:extLst>
              <a:ext uri="{FF2B5EF4-FFF2-40B4-BE49-F238E27FC236}">
                <a16:creationId xmlns:a16="http://schemas.microsoft.com/office/drawing/2014/main" id="{CE91C2BE-AACD-E2E7-ACCE-EDEB35713797}"/>
              </a:ext>
            </a:extLst>
          </p:cNvPr>
          <p:cNvSpPr/>
          <p:nvPr/>
        </p:nvSpPr>
        <p:spPr>
          <a:xfrm>
            <a:off x="2468880" y="5614416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Mix Model (MMM) | Budget Optimization</a:t>
            </a:r>
            <a:endParaRPr lang="en-US" sz="900" i="1" dirty="0"/>
          </a:p>
          <a:p>
            <a:pPr marL="0" indent="0">
              <a:buNone/>
            </a:pPr>
            <a:endParaRPr lang="en-US" sz="900" dirty="0"/>
          </a:p>
        </p:txBody>
      </p:sp>
      <p:sp>
        <p:nvSpPr>
          <p:cNvPr id="160" name="Shape 146">
            <a:extLst>
              <a:ext uri="{FF2B5EF4-FFF2-40B4-BE49-F238E27FC236}">
                <a16:creationId xmlns:a16="http://schemas.microsoft.com/office/drawing/2014/main" id="{568583C0-0A78-5207-1181-64B87B2E72EA}"/>
              </a:ext>
            </a:extLst>
          </p:cNvPr>
          <p:cNvSpPr/>
          <p:nvPr/>
        </p:nvSpPr>
        <p:spPr>
          <a:xfrm>
            <a:off x="2368489" y="5568696"/>
            <a:ext cx="36576" cy="146304"/>
          </a:xfrm>
          <a:prstGeom prst="rect">
            <a:avLst/>
          </a:prstGeom>
          <a:solidFill>
            <a:srgbClr val="D445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1" name="Text 144">
            <a:extLst>
              <a:ext uri="{FF2B5EF4-FFF2-40B4-BE49-F238E27FC236}">
                <a16:creationId xmlns:a16="http://schemas.microsoft.com/office/drawing/2014/main" id="{18315DD7-92EC-04F2-2238-60C41B4C9C0B}"/>
              </a:ext>
            </a:extLst>
          </p:cNvPr>
          <p:cNvSpPr/>
          <p:nvPr/>
        </p:nvSpPr>
        <p:spPr>
          <a:xfrm>
            <a:off x="2468880" y="5779046"/>
            <a:ext cx="9418320" cy="0"/>
          </a:xfrm>
          <a:prstGeom prst="rect">
            <a:avLst/>
          </a:prstGeom>
          <a:noFill/>
          <a:ln/>
        </p:spPr>
        <p:txBody>
          <a:bodyPr wrap="square" lIns="0" tIns="2540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Bayesian &amp; LASSO regression for media effectiveness with </a:t>
            </a:r>
            <a:r>
              <a:rPr lang="en-US" sz="8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adstock</a:t>
            </a: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 transformations (Geometric, Log, Hill, Beta).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Linear Programming (LPP) to optimize spend across channels, maximizing ROI; reduced wasted spend by 33%.</a:t>
            </a:r>
            <a:endParaRPr lang="en-US" sz="8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&amp; hyperparameter tuning with MAPE, R-Squared &amp; BIC metrics for model reliability.</a:t>
            </a:r>
            <a:endParaRPr lang="en-US" sz="800" dirty="0"/>
          </a:p>
          <a:p>
            <a:pPr>
              <a:spcAft>
                <a:spcPts val="300"/>
              </a:spcAft>
              <a:buSzPct val="100000"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00" dirty="0"/>
          </a:p>
          <a:p>
            <a:pPr>
              <a:spcAft>
                <a:spcPts val="300"/>
              </a:spcAft>
              <a:buSzPct val="100000"/>
            </a:pPr>
            <a:endParaRPr lang="en-US" sz="8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9CEAB4E-3DDB-46B9-B11D-989FA198F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1259075"/>
            <a:ext cx="1944209" cy="12913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512</Words>
  <Application>Microsoft Office PowerPoint</Application>
  <PresentationFormat>Widescreen</PresentationFormat>
  <Paragraphs>84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Sanjib Biswas - Resume</dc:title>
  <dc:subject>PptxGenJS Presentation</dc:subject>
  <dc:creator>Sanjib Biswas</dc:creator>
  <cp:lastModifiedBy>Office</cp:lastModifiedBy>
  <cp:revision>1</cp:revision>
  <dcterms:created xsi:type="dcterms:W3CDTF">2026-03-09T19:41:18Z</dcterms:created>
  <dcterms:modified xsi:type="dcterms:W3CDTF">2026-03-09T20:26:31Z</dcterms:modified>
</cp:coreProperties>
</file>